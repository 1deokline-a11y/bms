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3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197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9015984" y="0"/>
            <a:ext cx="3172968" cy="6858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Management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5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BOM 관리 시스템 소개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58768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 smtClean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r>
              <a:rPr lang="en-US" sz="1300" dirty="0" smtClean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 smtClean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한덕선 사원 </a:t>
            </a:r>
            <a:r>
              <a:rPr lang="en-US" sz="1300" dirty="0" smtClean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354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시스템 개요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2354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기능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23544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추후 개발 방향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차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005840"/>
            <a:ext cx="100584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24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73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22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29059" y="1005840"/>
            <a:ext cx="100584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529059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574779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설명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74779" y="2743200"/>
            <a:ext cx="54864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3711939" y="2724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574779" y="3291840"/>
            <a:ext cx="54864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711939" y="3273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열람·비교·수정·생성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574779" y="3840480"/>
            <a:ext cx="54864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3711939" y="3822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 / 메일 / 화면 모드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24559" y="1005840"/>
            <a:ext cx="100584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124558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170279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개발 방향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70279" y="2743200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7307439" y="2724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연동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170279" y="3291840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7307439" y="3273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70279" y="3840480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7307439" y="3822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최소화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170279" y="4389120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7307439" y="4370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이미지화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7" name="Shape 1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7"/>
          <p:cNvSpPr/>
          <p:nvPr/>
        </p:nvSpPr>
        <p:spPr>
          <a:xfrm>
            <a:off x="92354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시스템 개요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9" name="Text 8"/>
          <p:cNvSpPr/>
          <p:nvPr/>
        </p:nvSpPr>
        <p:spPr>
          <a:xfrm>
            <a:off x="92354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기능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0" name="Text 9"/>
          <p:cNvSpPr/>
          <p:nvPr/>
        </p:nvSpPr>
        <p:spPr>
          <a:xfrm>
            <a:off x="923544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추후 개발 방향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822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14400"/>
            <a:ext cx="54864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14400"/>
            <a:ext cx="164592" cy="2286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1097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휴먼에러 발생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기반 수동 관리로 인한 오기입·누락 등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신뢰도 저하 문제 발생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914400"/>
            <a:ext cx="54864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914400"/>
            <a:ext cx="164592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43800" y="1097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파악 어려움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164592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부서가 특정 부품의 사용 위치·용도를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파악하기 위해 다수 BOM을 수동으로 검토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54864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474720"/>
            <a:ext cx="164592" cy="228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3657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BOM 일괄 수정 부재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0624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부품 변경 시 관련된 모든 BOM을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개별적으로 수정해야 하는 반복 작업 발생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3474720"/>
            <a:ext cx="54864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3474720"/>
            <a:ext cx="164592" cy="2286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43800" y="3657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차이점 파악 어려움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420624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모델이지만 구성이 다른 BOM 간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차이점을 한눈에 비교하기 곤란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822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051560"/>
            <a:ext cx="667512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051560"/>
            <a:ext cx="2286000" cy="1261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399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 프론트엔드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Bootstrap 5 SPA · 반응형 (PC / 모바일)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3134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514600"/>
            <a:ext cx="667512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514600"/>
            <a:ext cx="2286000" cy="1261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6207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 백엔드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926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+ Express REST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76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667512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977640"/>
            <a:ext cx="2286000" cy="12618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251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🗄️  데이터베이스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(PostgreSQL) · 클라우드 관리형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60920" y="1005840"/>
            <a:ext cx="4663440" cy="4846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143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사양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0" y="1664208"/>
            <a:ext cx="43891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616952" y="17190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16952" y="199339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(서버리스 배포)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98080" y="2624328"/>
            <a:ext cx="43891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616952" y="26791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16952" y="295351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Browser (PC · 모바일)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98080" y="3584448"/>
            <a:ext cx="43891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616952" y="36393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16952" y="391363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 SPA 구조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98080" y="4544568"/>
            <a:ext cx="43891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616952" y="4599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16952" y="487375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Import / Export 지원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822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60120"/>
            <a:ext cx="11521440" cy="15727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069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10515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휴먼에러 방지 → BOM 신뢰도 증대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17320" y="1600200"/>
            <a:ext cx="54864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1581912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수기 입력 방식에서 시스템 입력 방식으로 전환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17320" y="1874520"/>
            <a:ext cx="54864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1856232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채번 기능으로 오기입 원천 방지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17320" y="2148840"/>
            <a:ext cx="54864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2130552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 자동 기록으로 데이터 추적 가능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679192"/>
            <a:ext cx="11521440" cy="157276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27706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부서 요청 시 신속한 대응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417320" y="3319272"/>
            <a:ext cx="54864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3300984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검색을 통해 사용 제품 즉시 조회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17320" y="3593592"/>
            <a:ext cx="54864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3575304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엑셀 다운로드로 빠른 자료 제공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17320" y="3867912"/>
            <a:ext cx="54864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1554480" y="3849624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지원으로 현장에서도 실시간 확인 가능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398264"/>
            <a:ext cx="11521440" cy="15727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07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17320" y="448970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 증대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417320" y="5038344"/>
            <a:ext cx="5486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1554480" y="5020056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부품 일괄 교체·수정 기능으로 반복 작업 제거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417320" y="5312664"/>
            <a:ext cx="5486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1554480" y="5294376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비교 기능으로 모델 간 차이점 즉시 파악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417320" y="5586984"/>
            <a:ext cx="5486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1554480" y="5568696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생성 시 자동 부품 제안으로 등록 시간 단축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설명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" name="Shape 1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7"/>
          <p:cNvSpPr/>
          <p:nvPr/>
        </p:nvSpPr>
        <p:spPr>
          <a:xfrm>
            <a:off x="92354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시스템 개요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8"/>
          <p:cNvSpPr/>
          <p:nvPr/>
        </p:nvSpPr>
        <p:spPr>
          <a:xfrm>
            <a:off x="92354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기능</a:t>
            </a:r>
            <a:endParaRPr lang="en-US" sz="1300" b="1" dirty="0">
              <a:solidFill>
                <a:srgbClr val="FFC000"/>
              </a:solidFill>
            </a:endParaRPr>
          </a:p>
        </p:txBody>
      </p:sp>
      <p:sp>
        <p:nvSpPr>
          <p:cNvPr id="10" name="Text 9"/>
          <p:cNvSpPr/>
          <p:nvPr/>
        </p:nvSpPr>
        <p:spPr>
          <a:xfrm>
            <a:off x="923544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추후 개발 방향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한눈에 보기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1440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14400"/>
            <a:ext cx="2697480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1887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분류별 드릴다운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조회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0128" y="91440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914400"/>
            <a:ext cx="2697480" cy="1645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1887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01568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열람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검색·조회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다운로드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17336" y="91440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7336" y="914400"/>
            <a:ext cx="269748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117336" y="11887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08776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비교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08776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BOM 간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차이점 시각화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24544" y="91440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24544" y="914400"/>
            <a:ext cx="2697480" cy="16459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6" name="Text 24"/>
          <p:cNvSpPr/>
          <p:nvPr/>
        </p:nvSpPr>
        <p:spPr>
          <a:xfrm>
            <a:off x="8924544" y="11887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15984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수정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15984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 편집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반영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493008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493008"/>
            <a:ext cx="2697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767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➕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94360" y="4544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생성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497433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BOM 입력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임포트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10128" y="3493008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10128" y="3493008"/>
            <a:ext cx="2697480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3310128" y="3767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401568" y="4544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채번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01568" y="497433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품번체계 기반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채번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17336" y="3493008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17336" y="3493008"/>
            <a:ext cx="2697480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1" name="Text 39"/>
          <p:cNvSpPr/>
          <p:nvPr/>
        </p:nvSpPr>
        <p:spPr>
          <a:xfrm>
            <a:off x="6117336" y="3767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208776" y="4544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08776" y="497433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변경 기록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지원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924544" y="3493008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24544" y="3493008"/>
            <a:ext cx="2697480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8924544" y="3767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9015984" y="4544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모드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015984" y="497433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/ 모바일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지원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상세 ①  대시보드 · BOM 열람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14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245352" y="914400"/>
            <a:ext cx="36576" cy="5120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960120"/>
            <a:ext cx="54864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99669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대시보드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481328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14813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분류별 드릴다운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177393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기구물·수동소자 분류 → 제품군 → 제품코드 → 품번 4단계 선택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41448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2441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즉시 조회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" y="273405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품번 클릭 시 해당 BOM 인라인 표시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40156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통계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369417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제품 수·최근 수정일 등 현황 한눈에 파악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960120"/>
            <a:ext cx="54864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99669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BOM 열람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1481328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14813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02552" y="177393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품번·품명 입력 시 완제품 + 부품 동시 검색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2441448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702552" y="2441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상세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02552" y="273405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클릭 → 사용 제품 목록·규격 인라인 확인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3401568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6702552" y="340156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다운로드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2552" y="369417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BOM을 원본 형식으로 즉시 다운로드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상세 ②  BOM 비교 · BOM 수정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14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245352" y="914400"/>
            <a:ext cx="36576" cy="5120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960120"/>
            <a:ext cx="54864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99669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BOM 비교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481328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14813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드릴다운 선택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177393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BOM1 · BOM2 각각 분류 탐색으로 비교 대상 지정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41448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2441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구분 표시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" y="273405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추가(초록) / 삭제(빨강) / 변경(노랑) 항목 시각화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40156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내보내기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369417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결과를 색상 포함 엑셀 파일로 저장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960120"/>
            <a:ext cx="548640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99669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BOM 수정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1481328"/>
            <a:ext cx="54864" cy="4572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14813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 에디터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02552" y="177393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페이지 이동 없이 탭 내에서 직접 수정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2441448"/>
            <a:ext cx="54864" cy="4572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7" name="Text 25"/>
          <p:cNvSpPr/>
          <p:nvPr/>
        </p:nvSpPr>
        <p:spPr>
          <a:xfrm>
            <a:off x="6702552" y="2441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추가·삭제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02552" y="273405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행을 자유롭게 추가 및 삭제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3401568"/>
            <a:ext cx="54864" cy="4572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0" name="Text 28"/>
          <p:cNvSpPr/>
          <p:nvPr/>
        </p:nvSpPr>
        <p:spPr>
          <a:xfrm>
            <a:off x="6702552" y="340156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교체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2552" y="369417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부품을 여러 BOM에 한 번에 교체 적용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상세 ③  BOM 생성 · 품번 채번 · 변경 이력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14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60120"/>
            <a:ext cx="36576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966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➕ BOM 생성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14813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입력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8013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정보 입력 후 BOM 항목 직접 추가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9443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임포트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" y="326440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엑셀 BOM 파일 업로드로 일괄 등록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44074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제안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" y="472744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동일 제품군 공통 부품 자동 제안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960120"/>
            <a:ext cx="36576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9966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🔢 품번 채번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1960" y="1481328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14813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기반 채번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16552" y="18013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품번체계 파일 기준 단계별 선택으로 자동 생성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2944368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416552" y="29443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부품 등록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16552" y="326440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채번 즉시 parts DB에 등록 → BOM 탭 검색 가능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51960" y="4407408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416552" y="44074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적용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16552" y="472744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품번을 신규 BOM 품번 필드에 원클릭 적용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01000" y="960120"/>
            <a:ext cx="365760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9966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변경 이력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01000" y="1481328"/>
            <a:ext cx="54864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8165592" y="14813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기록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65592" y="18013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BOM 변경(추가·수정·삭제)을 자동 저장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944368"/>
            <a:ext cx="54864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8165592" y="29443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조회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65592" y="326440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유형·날짜·내용 필터 검색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01000" y="4407408"/>
            <a:ext cx="54864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8165592" y="44074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65592" y="472744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상태로 즉시 복구 가능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개발 방향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 Development</a:t>
            </a:r>
            <a:endParaRPr lang="en-US" sz="1600" dirty="0"/>
          </a:p>
        </p:txBody>
      </p:sp>
      <p:sp>
        <p:nvSpPr>
          <p:cNvPr id="7" name="Shape 1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7"/>
          <p:cNvSpPr/>
          <p:nvPr/>
        </p:nvSpPr>
        <p:spPr>
          <a:xfrm>
            <a:off x="92354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시스템 개요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8"/>
          <p:cNvSpPr/>
          <p:nvPr/>
        </p:nvSpPr>
        <p:spPr>
          <a:xfrm>
            <a:off x="92354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기능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0" name="Text 9"/>
          <p:cNvSpPr/>
          <p:nvPr/>
        </p:nvSpPr>
        <p:spPr>
          <a:xfrm>
            <a:off x="923544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추후 개발 방향</a:t>
            </a:r>
            <a:endParaRPr lang="en-US" sz="13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개발 방향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14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14400"/>
            <a:ext cx="5486400" cy="2423160"/>
          </a:xfrm>
          <a:prstGeom prst="rect">
            <a:avLst/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051560"/>
            <a:ext cx="109728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875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1508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연동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시스템과의 API 연동을 통해 BOM 데이터를 실시간으로 공유하고 양방향 동기화 구현. 생산·구매 부서와의 데이터 일원화.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37960" y="914400"/>
            <a:ext cx="5486400" cy="2423160"/>
          </a:xfrm>
          <a:prstGeom prst="rect">
            <a:avLst/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051560"/>
            <a:ext cx="10972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64240" y="9875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1508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접근 권한 부여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20116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계정 및 역할 기반 접근 제어(RBAC) 도입. 부서별 열람/수정 권한 차등 적용으로 데이터 보안 강화.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520440"/>
            <a:ext cx="5486400" cy="2423160"/>
          </a:xfrm>
          <a:prstGeom prst="rect">
            <a:avLst/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657600"/>
            <a:ext cx="109728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57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5935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최소화 및 최적화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6177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 유효성 검증 강화, 중복 품번 방지 로직 고도화. 대량 데이터 처리 성능 개선 및 쿼리 최적화.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37960" y="3520440"/>
            <a:ext cx="5486400" cy="2423160"/>
          </a:xfrm>
          <a:prstGeom prst="rect">
            <a:avLst/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3657600"/>
            <a:ext cx="109728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657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35935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675120" y="4114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이미지화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75120" y="46177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구성도를 시각적 트리 구조 또는 2D 레이아웃으로 자동 생성. 부품 위치를 직관적으로 파악할 수 있는 BOM 다이어그램 기능 제공.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BOM Management System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휴먼에러 방지 · BOM 신뢰도 증대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36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업무 효율 향상 · 신속한 대응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1755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지속적인 기능 고도화 예정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0" y="228600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918</Words>
  <Application>Microsoft Office PowerPoint</Application>
  <PresentationFormat>와이드스크린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4</cp:revision>
  <dcterms:created xsi:type="dcterms:W3CDTF">2026-05-27T08:24:36Z</dcterms:created>
  <dcterms:modified xsi:type="dcterms:W3CDTF">2026-05-27T09:05:52Z</dcterms:modified>
</cp:coreProperties>
</file>