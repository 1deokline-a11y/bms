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화면 소개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Management System — 실제 화면 기반 기능 안내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2286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 ·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대시보드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BOM 열람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BOM 비교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3703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BOM 수정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4389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BOM 생성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5074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변경 이력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5486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1400" dirty="0"/>
          </a:p>
        </p:txBody>
      </p:sp>
      <p:pic>
        <p:nvPicPr>
          <p:cNvPr id="6" name="Image 0" descr="C:\Users\user\Desktop\claude AI-BOM Management System\_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85800"/>
            <a:ext cx="8412480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685800"/>
            <a:ext cx="8412480" cy="5577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0" y="685800"/>
            <a:ext cx="3337560" cy="5577840"/>
          </a:xfrm>
          <a:prstGeom prst="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685800"/>
            <a:ext cx="333756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0" y="704088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96528" y="1188720"/>
            <a:ext cx="292608" cy="292608"/>
          </a:xfrm>
          <a:prstGeom prst="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28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62288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62288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(기구물 / 수동소자)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96528" y="237744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96528" y="2606040"/>
            <a:ext cx="292608" cy="292608"/>
          </a:xfrm>
          <a:prstGeom prst="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8796528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6228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드릴다운 4단계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62288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(분류군→제품군→제품코드→품번)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796528" y="379476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8796528" y="4023360"/>
            <a:ext cx="292608" cy="292608"/>
          </a:xfrm>
          <a:prstGeom prst="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879652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62288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품번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62288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BOM 즉시 표시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91210" y="1506931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1210" y="150693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 flipV="1">
            <a:off x="1356970" y="1335024"/>
            <a:ext cx="7375550" cy="354787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4187952" y="1506931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87952" y="150693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53712" y="1689811"/>
            <a:ext cx="4178808" cy="1062533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  <a:tailEnd type="arrow"/>
          </a:ln>
        </p:spPr>
      </p:sp>
      <p:sp>
        <p:nvSpPr>
          <p:cNvPr id="31" name="Shape 28"/>
          <p:cNvSpPr/>
          <p:nvPr/>
        </p:nvSpPr>
        <p:spPr>
          <a:xfrm>
            <a:off x="7132320" y="329184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323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498080" y="3474720"/>
            <a:ext cx="1234440" cy="694944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  <a:tailEnd type="arrow"/>
          </a:ln>
        </p:spPr>
      </p:sp>
      <p:sp>
        <p:nvSpPr>
          <p:cNvPr id="34" name="Shape 3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2"/>
          <p:cNvSpPr/>
          <p:nvPr/>
        </p:nvSpPr>
        <p:spPr>
          <a:xfrm>
            <a:off x="182880" y="655624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875520" y="6556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5486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열람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· 완제품 통합 검색</a:t>
            </a:r>
            <a:endParaRPr lang="en-US" sz="1400" dirty="0"/>
          </a:p>
        </p:txBody>
      </p:sp>
      <p:pic>
        <p:nvPicPr>
          <p:cNvPr id="6" name="Image 0" descr="C:\Users\user\Desktop\claude AI-BOM Management System\_screenshots\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85800"/>
            <a:ext cx="8412480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685800"/>
            <a:ext cx="8412480" cy="5577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0" y="685800"/>
            <a:ext cx="3337560" cy="5577840"/>
          </a:xfrm>
          <a:prstGeom prst="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685800"/>
            <a:ext cx="3337560" cy="347472"/>
          </a:xfrm>
          <a:prstGeom prst="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0" y="704088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96528" y="1188720"/>
            <a:ext cx="292608" cy="292608"/>
          </a:xfrm>
          <a:prstGeom prst="rect">
            <a:avLst>
              <a:gd name="adj" fmla="val 15625"/>
            </a:avLst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28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62288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/ 품명 검색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96528" y="237744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8796528" y="2606040"/>
            <a:ext cx="292608" cy="292608"/>
          </a:xfrm>
          <a:prstGeom prst="rect">
            <a:avLst>
              <a:gd name="adj" fmla="val 15625"/>
            </a:avLst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8796528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6228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드릴다운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62288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(4단계 탐색)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796528" y="379476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8796528" y="4023360"/>
            <a:ext cx="292608" cy="292608"/>
          </a:xfrm>
          <a:prstGeom prst="rect">
            <a:avLst>
              <a:gd name="adj" fmla="val 15625"/>
            </a:avLst>
          </a:prstGeom>
          <a:solidFill>
            <a:srgbClr val="059669"/>
          </a:solidFill>
          <a:ln/>
        </p:spPr>
      </p:sp>
      <p:sp>
        <p:nvSpPr>
          <p:cNvPr id="21" name="Text 18"/>
          <p:cNvSpPr/>
          <p:nvPr/>
        </p:nvSpPr>
        <p:spPr>
          <a:xfrm>
            <a:off x="879652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62288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검색 결과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62288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→ 상세/수정/삭제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29200" y="1060704"/>
            <a:ext cx="365760" cy="36576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0" y="1060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394960" y="1243584"/>
            <a:ext cx="3337560" cy="9144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  <a:tailEnd type="arrow"/>
          </a:ln>
        </p:spPr>
      </p:sp>
      <p:sp>
        <p:nvSpPr>
          <p:cNvPr id="27" name="Shape 24"/>
          <p:cNvSpPr/>
          <p:nvPr/>
        </p:nvSpPr>
        <p:spPr>
          <a:xfrm>
            <a:off x="1243584" y="1618488"/>
            <a:ext cx="365760" cy="36576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43584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609344" y="1801368"/>
            <a:ext cx="7123176" cy="950976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  <a:tailEnd type="arrow"/>
          </a:ln>
        </p:spPr>
      </p:sp>
      <p:sp>
        <p:nvSpPr>
          <p:cNvPr id="30" name="Shape 27"/>
          <p:cNvSpPr/>
          <p:nvPr/>
        </p:nvSpPr>
        <p:spPr>
          <a:xfrm>
            <a:off x="4187952" y="4295851"/>
            <a:ext cx="365760" cy="36576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87952" y="429585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 flipV="1">
            <a:off x="4553712" y="4169664"/>
            <a:ext cx="4178808" cy="309067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  <a:tailEnd type="arrow"/>
          </a:ln>
        </p:spPr>
      </p:sp>
      <p:sp>
        <p:nvSpPr>
          <p:cNvPr id="33" name="Shape 30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1"/>
          <p:cNvSpPr/>
          <p:nvPr/>
        </p:nvSpPr>
        <p:spPr>
          <a:xfrm>
            <a:off x="182880" y="655624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875520" y="6556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열람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5486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BOM의 차이점 시각화</a:t>
            </a:r>
            <a:endParaRPr lang="en-US" sz="1400" dirty="0"/>
          </a:p>
        </p:txBody>
      </p:sp>
      <p:pic>
        <p:nvPicPr>
          <p:cNvPr id="6" name="Image 0" descr="C:\Users\user\Desktop\claude AI-BOM Management System\_screenshots\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85800"/>
            <a:ext cx="8412480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685800"/>
            <a:ext cx="8412480" cy="5577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0" y="685800"/>
            <a:ext cx="3337560" cy="5577840"/>
          </a:xfrm>
          <a:prstGeom prst="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685800"/>
            <a:ext cx="333756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0" y="704088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96528" y="1188720"/>
            <a:ext cx="292608" cy="292608"/>
          </a:xfrm>
          <a:prstGeom prst="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28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62288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BOM1 선택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62288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드릴다운 탐색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96528" y="237744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96528" y="2606040"/>
            <a:ext cx="292608" cy="292608"/>
          </a:xfrm>
          <a:prstGeom prst="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8796528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6228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BOM2 선택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62288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드릴다운 탐색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796528" y="379476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8796528" y="4023360"/>
            <a:ext cx="292608" cy="292608"/>
          </a:xfrm>
          <a:prstGeom prst="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879652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62288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결과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62288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색상으로 차이 표시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243584" y="1618488"/>
            <a:ext cx="365760" cy="36576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43584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 flipV="1">
            <a:off x="1609344" y="1335024"/>
            <a:ext cx="7123176" cy="466344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4608576" y="1618488"/>
            <a:ext cx="365760" cy="36576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08576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74336" y="1801368"/>
            <a:ext cx="3758184" cy="950976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arrow"/>
          </a:ln>
        </p:spPr>
      </p:sp>
      <p:sp>
        <p:nvSpPr>
          <p:cNvPr id="31" name="Shape 28"/>
          <p:cNvSpPr/>
          <p:nvPr/>
        </p:nvSpPr>
        <p:spPr>
          <a:xfrm>
            <a:off x="4187952" y="5076749"/>
            <a:ext cx="365760" cy="36576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87952" y="507674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 flipV="1">
            <a:off x="4553712" y="4169664"/>
            <a:ext cx="4178808" cy="1089965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arrow"/>
          </a:ln>
        </p:spPr>
      </p:sp>
      <p:sp>
        <p:nvSpPr>
          <p:cNvPr id="34" name="Shape 3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2"/>
          <p:cNvSpPr/>
          <p:nvPr/>
        </p:nvSpPr>
        <p:spPr>
          <a:xfrm>
            <a:off x="182880" y="655624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875520" y="6556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비교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5486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수정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편집 · 일괄 교체</a:t>
            </a:r>
            <a:endParaRPr lang="en-US" sz="1400" dirty="0"/>
          </a:p>
        </p:txBody>
      </p:sp>
      <p:pic>
        <p:nvPicPr>
          <p:cNvPr id="6" name="Image 0" descr="C:\Users\user\Desktop\claude AI-BOM Management System\_screenshots\bulk_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85800"/>
            <a:ext cx="8412480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685800"/>
            <a:ext cx="8412480" cy="5577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0" y="685800"/>
            <a:ext cx="3337560" cy="5577840"/>
          </a:xfrm>
          <a:prstGeom prst="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685800"/>
            <a:ext cx="3337560" cy="347472"/>
          </a:xfrm>
          <a:prstGeom prst="rect">
            <a:avLst>
              <a:gd name="adj" fmla="val 21053"/>
            </a:avLst>
          </a:prstGeom>
          <a:solidFill>
            <a:srgbClr val="DB2777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0" y="704088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96528" y="1188720"/>
            <a:ext cx="292608" cy="292608"/>
          </a:xfrm>
          <a:prstGeom prst="rect">
            <a:avLst>
              <a:gd name="adj" fmla="val 15625"/>
            </a:avLst>
          </a:prstGeom>
          <a:solidFill>
            <a:srgbClr val="DB2777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28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62288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드릴다운 검색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96528" y="237744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8796528" y="2606040"/>
            <a:ext cx="292608" cy="292608"/>
          </a:xfrm>
          <a:prstGeom prst="rect">
            <a:avLst>
              <a:gd name="adj" fmla="val 15625"/>
            </a:avLst>
          </a:prstGeom>
          <a:solidFill>
            <a:srgbClr val="DB2777"/>
          </a:solidFill>
          <a:ln/>
        </p:spPr>
      </p:sp>
      <p:sp>
        <p:nvSpPr>
          <p:cNvPr id="16" name="Text 13"/>
          <p:cNvSpPr/>
          <p:nvPr/>
        </p:nvSpPr>
        <p:spPr>
          <a:xfrm>
            <a:off x="8796528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6228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인라인 에디터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62288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(행 추가·수정·삭제)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796528" y="379476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8796528" y="4023360"/>
            <a:ext cx="292608" cy="292608"/>
          </a:xfrm>
          <a:prstGeom prst="rect">
            <a:avLst>
              <a:gd name="adj" fmla="val 15625"/>
            </a:avLst>
          </a:prstGeom>
          <a:solidFill>
            <a:srgbClr val="DB2777"/>
          </a:solidFill>
          <a:ln/>
        </p:spPr>
      </p:sp>
      <p:sp>
        <p:nvSpPr>
          <p:cNvPr id="21" name="Text 18"/>
          <p:cNvSpPr/>
          <p:nvPr/>
        </p:nvSpPr>
        <p:spPr>
          <a:xfrm>
            <a:off x="879652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62288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교체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62288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부품 한번에 적용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664208" y="1506931"/>
            <a:ext cx="365760" cy="365760"/>
          </a:xfrm>
          <a:prstGeom prst="ellipse">
            <a:avLst/>
          </a:prstGeom>
          <a:solidFill>
            <a:srgbClr val="DB27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64208" y="150693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 flipV="1">
            <a:off x="2029968" y="1335024"/>
            <a:ext cx="6702552" cy="354787"/>
          </a:xfrm>
          <a:prstGeom prst="line">
            <a:avLst/>
          </a:prstGeom>
          <a:noFill/>
          <a:ln w="19050">
            <a:solidFill>
              <a:srgbClr val="DB2777"/>
            </a:solidFill>
            <a:prstDash val="dash"/>
            <a:tailEnd type="arrow"/>
          </a:ln>
        </p:spPr>
      </p:sp>
      <p:sp>
        <p:nvSpPr>
          <p:cNvPr id="27" name="Shape 24"/>
          <p:cNvSpPr/>
          <p:nvPr/>
        </p:nvSpPr>
        <p:spPr>
          <a:xfrm>
            <a:off x="4187952" y="3570732"/>
            <a:ext cx="365760" cy="365760"/>
          </a:xfrm>
          <a:prstGeom prst="ellipse">
            <a:avLst/>
          </a:prstGeom>
          <a:solidFill>
            <a:srgbClr val="DB27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87952" y="35707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 flipV="1">
            <a:off x="4553712" y="2752344"/>
            <a:ext cx="4178808" cy="1001268"/>
          </a:xfrm>
          <a:prstGeom prst="line">
            <a:avLst/>
          </a:prstGeom>
          <a:noFill/>
          <a:ln w="19050">
            <a:solidFill>
              <a:srgbClr val="DB2777"/>
            </a:solidFill>
            <a:prstDash val="dash"/>
            <a:tailEnd type="arrow"/>
          </a:ln>
        </p:spPr>
      </p:sp>
      <p:sp>
        <p:nvSpPr>
          <p:cNvPr id="30" name="Shape 27"/>
          <p:cNvSpPr/>
          <p:nvPr/>
        </p:nvSpPr>
        <p:spPr>
          <a:xfrm>
            <a:off x="6291072" y="4686300"/>
            <a:ext cx="365760" cy="365760"/>
          </a:xfrm>
          <a:prstGeom prst="ellipse">
            <a:avLst/>
          </a:prstGeom>
          <a:solidFill>
            <a:srgbClr val="DB27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91072" y="46863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 flipV="1">
            <a:off x="6656832" y="4169664"/>
            <a:ext cx="2075688" cy="699516"/>
          </a:xfrm>
          <a:prstGeom prst="line">
            <a:avLst/>
          </a:prstGeom>
          <a:noFill/>
          <a:ln w="19050">
            <a:solidFill>
              <a:srgbClr val="DB2777"/>
            </a:solidFill>
            <a:prstDash val="dash"/>
            <a:tailEnd type="arrow"/>
          </a:ln>
        </p:spPr>
      </p:sp>
      <p:sp>
        <p:nvSpPr>
          <p:cNvPr id="33" name="Shape 30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1"/>
          <p:cNvSpPr/>
          <p:nvPr/>
        </p:nvSpPr>
        <p:spPr>
          <a:xfrm>
            <a:off x="182880" y="655624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875520" y="6556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수정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5486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생성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BOM 입력 · 품번 채번</a:t>
            </a:r>
            <a:endParaRPr lang="en-US" sz="1400" dirty="0"/>
          </a:p>
        </p:txBody>
      </p:sp>
      <p:pic>
        <p:nvPicPr>
          <p:cNvPr id="6" name="Image 0" descr="C:\Users\user\Desktop\claude AI-BOM Management System\_screenshots\new_b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85800"/>
            <a:ext cx="8412480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685800"/>
            <a:ext cx="8412480" cy="5577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0" y="685800"/>
            <a:ext cx="3337560" cy="5577840"/>
          </a:xfrm>
          <a:prstGeom prst="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685800"/>
            <a:ext cx="3337560" cy="347472"/>
          </a:xfrm>
          <a:prstGeom prst="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0" y="704088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96528" y="1188720"/>
            <a:ext cx="292608" cy="292608"/>
          </a:xfrm>
          <a:prstGeom prst="rect">
            <a:avLst>
              <a:gd name="adj" fmla="val 15625"/>
            </a:avLst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28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62288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채번 버튼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62288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품번 생성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96528" y="237744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96528" y="2606040"/>
            <a:ext cx="292608" cy="292608"/>
          </a:xfrm>
          <a:prstGeom prst="rect">
            <a:avLst>
              <a:gd name="adj" fmla="val 15625"/>
            </a:avLst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8796528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6228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임포트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62288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파일 업로드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796528" y="379476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8796528" y="4023360"/>
            <a:ext cx="292608" cy="292608"/>
          </a:xfrm>
          <a:prstGeom prst="rect">
            <a:avLst>
              <a:gd name="adj" fmla="val 15625"/>
            </a:avLst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879652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62288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기본 정보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62288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영역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796528" y="521208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3"/>
          <p:cNvSpPr/>
          <p:nvPr/>
        </p:nvSpPr>
        <p:spPr>
          <a:xfrm>
            <a:off x="8796528" y="5440680"/>
            <a:ext cx="292608" cy="292608"/>
          </a:xfrm>
          <a:prstGeom prst="rect">
            <a:avLst>
              <a:gd name="adj" fmla="val 15625"/>
            </a:avLst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8796528" y="5440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162288" y="5440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항목 테이블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62288" y="5760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추가·입력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38698" y="1060704"/>
            <a:ext cx="365760" cy="3657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38698" y="1060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4458" y="1243584"/>
            <a:ext cx="2328062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  <a:tailEnd type="arrow"/>
          </a:ln>
        </p:spPr>
      </p:sp>
      <p:sp>
        <p:nvSpPr>
          <p:cNvPr id="33" name="Shape 30"/>
          <p:cNvSpPr/>
          <p:nvPr/>
        </p:nvSpPr>
        <p:spPr>
          <a:xfrm>
            <a:off x="6879946" y="1060704"/>
            <a:ext cx="365760" cy="3657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79946" y="1060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245706" y="1243584"/>
            <a:ext cx="1486814" cy="150876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  <a:tailEnd type="arrow"/>
          </a:ln>
        </p:spPr>
      </p:sp>
      <p:sp>
        <p:nvSpPr>
          <p:cNvPr id="36" name="Shape 33"/>
          <p:cNvSpPr/>
          <p:nvPr/>
        </p:nvSpPr>
        <p:spPr>
          <a:xfrm>
            <a:off x="2505456" y="2287829"/>
            <a:ext cx="365760" cy="3657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505456" y="228782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871216" y="2470709"/>
            <a:ext cx="5861304" cy="1698955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  <a:tailEnd type="arrow"/>
          </a:ln>
        </p:spPr>
      </p:sp>
      <p:sp>
        <p:nvSpPr>
          <p:cNvPr id="39" name="Shape 36"/>
          <p:cNvSpPr/>
          <p:nvPr/>
        </p:nvSpPr>
        <p:spPr>
          <a:xfrm>
            <a:off x="4187952" y="4407408"/>
            <a:ext cx="365760" cy="3657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87952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53712" y="4590288"/>
            <a:ext cx="4178808" cy="996696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  <a:tailEnd type="arrow"/>
          </a:ln>
        </p:spPr>
      </p:sp>
      <p:sp>
        <p:nvSpPr>
          <p:cNvPr id="42" name="Shape 39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0"/>
          <p:cNvSpPr/>
          <p:nvPr/>
        </p:nvSpPr>
        <p:spPr>
          <a:xfrm>
            <a:off x="182880" y="655624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9875520" y="6556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생성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5486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변경 자동 기록 · 롤백</a:t>
            </a:r>
            <a:endParaRPr lang="en-US" sz="1400" dirty="0"/>
          </a:p>
        </p:txBody>
      </p:sp>
      <p:pic>
        <p:nvPicPr>
          <p:cNvPr id="6" name="Image 0" descr="C:\Users\user\Desktop\claude AI-BOM Management System\_screenshots\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85800"/>
            <a:ext cx="8412480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685800"/>
            <a:ext cx="8412480" cy="5577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0" y="685800"/>
            <a:ext cx="3337560" cy="5577840"/>
          </a:xfrm>
          <a:prstGeom prst="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685800"/>
            <a:ext cx="3337560" cy="347472"/>
          </a:xfrm>
          <a:prstGeom prst="rect">
            <a:avLst>
              <a:gd name="adj" fmla="val 21053"/>
            </a:avLst>
          </a:prstGeom>
          <a:solidFill>
            <a:srgbClr val="64748B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0" y="704088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96528" y="1188720"/>
            <a:ext cx="292608" cy="292608"/>
          </a:xfrm>
          <a:prstGeom prst="rect">
            <a:avLst>
              <a:gd name="adj" fmla="val 15625"/>
            </a:avLst>
          </a:prstGeom>
          <a:solidFill>
            <a:srgbClr val="64748B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28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62288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필터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62288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(교체·수량변경·삭제 등)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96528" y="237744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96528" y="2606040"/>
            <a:ext cx="292608" cy="292608"/>
          </a:xfrm>
          <a:prstGeom prst="rect">
            <a:avLst>
              <a:gd name="adj" fmla="val 15625"/>
            </a:avLst>
          </a:prstGeom>
          <a:solidFill>
            <a:srgbClr val="64748B"/>
          </a:solidFill>
          <a:ln/>
        </p:spPr>
      </p:sp>
      <p:sp>
        <p:nvSpPr>
          <p:cNvPr id="17" name="Text 14"/>
          <p:cNvSpPr/>
          <p:nvPr/>
        </p:nvSpPr>
        <p:spPr>
          <a:xfrm>
            <a:off x="8796528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6228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 목록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62288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날짜·내용·대상 제품 확인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796528" y="3794760"/>
            <a:ext cx="31181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8796528" y="4023360"/>
            <a:ext cx="292608" cy="292608"/>
          </a:xfrm>
          <a:prstGeom prst="rect">
            <a:avLst>
              <a:gd name="adj" fmla="val 15625"/>
            </a:avLst>
          </a:prstGeom>
          <a:solidFill>
            <a:srgbClr val="64748B"/>
          </a:solidFill>
          <a:ln/>
        </p:spPr>
      </p:sp>
      <p:sp>
        <p:nvSpPr>
          <p:cNvPr id="22" name="Text 19"/>
          <p:cNvSpPr/>
          <p:nvPr/>
        </p:nvSpPr>
        <p:spPr>
          <a:xfrm>
            <a:off x="879652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62288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버튼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62288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상태로 즉시 복구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243584" y="1339596"/>
            <a:ext cx="365760" cy="365760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43584" y="13395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 flipV="1">
            <a:off x="1609344" y="1335024"/>
            <a:ext cx="7123176" cy="18745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4187952" y="3291840"/>
            <a:ext cx="365760" cy="365760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87952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 flipV="1">
            <a:off x="4553712" y="2752344"/>
            <a:ext cx="4178808" cy="722376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arrow"/>
          </a:ln>
        </p:spPr>
      </p:sp>
      <p:sp>
        <p:nvSpPr>
          <p:cNvPr id="31" name="Shape 28"/>
          <p:cNvSpPr/>
          <p:nvPr/>
        </p:nvSpPr>
        <p:spPr>
          <a:xfrm>
            <a:off x="6543446" y="3291840"/>
            <a:ext cx="365760" cy="365760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43446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09206" y="3474720"/>
            <a:ext cx="1823314" cy="694944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arrow"/>
          </a:ln>
        </p:spPr>
      </p:sp>
      <p:sp>
        <p:nvSpPr>
          <p:cNvPr id="34" name="Shape 3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2"/>
          <p:cNvSpPr/>
          <p:nvPr/>
        </p:nvSpPr>
        <p:spPr>
          <a:xfrm>
            <a:off x="182880" y="655624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875520" y="6556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08760"/>
            <a:ext cx="5303520" cy="1143000"/>
          </a:xfrm>
          <a:prstGeom prst="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109728" cy="1143000"/>
          </a:xfrm>
          <a:prstGeom prst="rect">
            <a:avLst>
              <a:gd name="adj" fmla="val 6666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184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508760"/>
            <a:ext cx="5303520" cy="1143000"/>
          </a:xfrm>
          <a:prstGeom prst="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508760"/>
            <a:ext cx="109728" cy="1143000"/>
          </a:xfrm>
          <a:prstGeom prst="rect">
            <a:avLst>
              <a:gd name="adj" fmla="val 66667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739128" y="16184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열람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· 완제품 통합 검색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07208"/>
            <a:ext cx="5303520" cy="1143000"/>
          </a:xfrm>
          <a:prstGeom prst="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807208"/>
            <a:ext cx="109728" cy="1143000"/>
          </a:xfrm>
          <a:prstGeom prst="rect">
            <a:avLst>
              <a:gd name="adj" fmla="val 66667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29169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비교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33101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BOM의 차이점 시각화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2807208"/>
            <a:ext cx="5303520" cy="1143000"/>
          </a:xfrm>
          <a:prstGeom prst="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807208"/>
            <a:ext cx="109728" cy="1143000"/>
          </a:xfrm>
          <a:prstGeom prst="rect">
            <a:avLst>
              <a:gd name="adj" fmla="val 66667"/>
            </a:avLst>
          </a:prstGeom>
          <a:solidFill>
            <a:srgbClr val="DB2777"/>
          </a:solidFill>
          <a:ln/>
        </p:spPr>
      </p:sp>
      <p:sp>
        <p:nvSpPr>
          <p:cNvPr id="20" name="Text 18"/>
          <p:cNvSpPr/>
          <p:nvPr/>
        </p:nvSpPr>
        <p:spPr>
          <a:xfrm>
            <a:off x="6739128" y="29169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수정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39128" y="33101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편집 · 일괄 교체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105656"/>
            <a:ext cx="5303520" cy="1143000"/>
          </a:xfrm>
          <a:prstGeom prst="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105656"/>
            <a:ext cx="109728" cy="1143000"/>
          </a:xfrm>
          <a:prstGeom prst="rect">
            <a:avLst>
              <a:gd name="adj" fmla="val 66667"/>
            </a:avLst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2153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생성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688" y="46085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BOM 입력 · 품번 채번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4105656"/>
            <a:ext cx="5303520" cy="1143000"/>
          </a:xfrm>
          <a:prstGeom prst="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4105656"/>
            <a:ext cx="109728" cy="1143000"/>
          </a:xfrm>
          <a:prstGeom prst="rect">
            <a:avLst>
              <a:gd name="adj" fmla="val 66667"/>
            </a:avLst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6739128" y="42153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39128" y="46085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변경 자동 기록 · 롤백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2026-05-27T09:16:18Z</dcterms:created>
  <dcterms:modified xsi:type="dcterms:W3CDTF">2026-05-27T09:16:18Z</dcterms:modified>
</cp:coreProperties>
</file>